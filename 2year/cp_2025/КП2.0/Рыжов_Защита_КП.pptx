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2" autoAdjust="0"/>
    <p:restoredTop sz="85911" autoAdjust="0"/>
  </p:normalViewPr>
  <p:slideViewPr>
    <p:cSldViewPr snapToGrid="0">
      <p:cViewPr>
        <p:scale>
          <a:sx n="100" d="100"/>
          <a:sy n="100" d="100"/>
        </p:scale>
        <p:origin x="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FFBFB-2846-43DA-A757-06E63E26E594}" type="datetimeFigureOut">
              <a:rPr lang="en-US" smtClean="0"/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C6BE0-9753-4F9C-8EE7-1CEF8FB1D2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Основное окно: две колонки – "Планы" и "Резерв"</a:t>
            </a:r>
            <a:endParaRPr lang="ru-RU" dirty="0"/>
          </a:p>
          <a:p>
            <a:pPr>
              <a:buNone/>
            </a:pPr>
            <a:r>
              <a:rPr lang="ru-RU" dirty="0"/>
              <a:t>Бюджет и остаток отображаются графически</a:t>
            </a:r>
            <a:endParaRPr lang="ru-RU" dirty="0"/>
          </a:p>
          <a:p>
            <a:r>
              <a:rPr lang="ru-RU" dirty="0"/>
              <a:t>Цветные шкалы и кнопки управления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C6BE0-9753-4F9C-8EE7-1CEF8FB1D29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Основное окно: две колонки – "Планы" и "Резерв"</a:t>
            </a:r>
            <a:endParaRPr lang="ru-RU" dirty="0"/>
          </a:p>
          <a:p>
            <a:pPr>
              <a:buNone/>
            </a:pPr>
            <a:r>
              <a:rPr lang="ru-RU" dirty="0"/>
              <a:t>Бюджет и остаток отображаются графически</a:t>
            </a:r>
            <a:endParaRPr lang="ru-RU" dirty="0"/>
          </a:p>
          <a:p>
            <a:r>
              <a:rPr lang="ru-RU" dirty="0"/>
              <a:t>Цветные шкалы и кнопки управления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C6BE0-9753-4F9C-8EE7-1CEF8FB1D29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71A01-798D-4E3E-9FE0-EABBE40D75B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53B75F-6750-45B4-A6C1-CDA44C642E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/>
              <a:t>Разработка приложения </a:t>
            </a:r>
            <a:r>
              <a:rPr lang="en-US" sz="4800" dirty="0"/>
              <a:t>Dashboard</a:t>
            </a:r>
            <a:endParaRPr lang="en-US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студент группы 3992: Рыжов К.А.</a:t>
            </a:r>
            <a:endParaRPr lang="ru-RU" dirty="0"/>
          </a:p>
          <a:p>
            <a:r>
              <a:rPr lang="ru-RU" dirty="0"/>
              <a:t>Руководитель: Сазонова Н.В.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6600"/>
          </a:xfrm>
        </p:spPr>
        <p:txBody>
          <a:bodyPr/>
          <a:lstStyle/>
          <a:p>
            <a:r>
              <a:rPr lang="ru-RU" dirty="0"/>
              <a:t>Актуальность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819275"/>
            <a:ext cx="8596668" cy="4222088"/>
          </a:xfrm>
        </p:spPr>
        <p:txBody>
          <a:bodyPr/>
          <a:lstStyle/>
          <a:p>
            <a:r>
              <a:rPr lang="ru-RU" dirty="0"/>
              <a:t>Многим людям и малым организациям сложно контролировать доходы и расходы.</a:t>
            </a:r>
            <a:endParaRPr lang="ru-RU" dirty="0"/>
          </a:p>
          <a:p>
            <a:endParaRPr lang="ru-RU" dirty="0"/>
          </a:p>
          <a:p>
            <a:r>
              <a:rPr lang="ru-RU" dirty="0"/>
              <a:t>Существующие решения часто перегружены, платные или неудобные.</a:t>
            </a:r>
            <a:endParaRPr lang="ru-RU" dirty="0"/>
          </a:p>
          <a:p>
            <a:endParaRPr lang="ru-RU" dirty="0"/>
          </a:p>
          <a:p>
            <a:r>
              <a:rPr lang="ru-RU" dirty="0"/>
              <a:t>Требуется простое приложение с наглядной визуализацией бюджета и резервов.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Проект позволяет решить эту задачу с помощью движка </a:t>
            </a:r>
            <a:r>
              <a:rPr lang="ru-RU" dirty="0" err="1"/>
              <a:t>Godot</a:t>
            </a:r>
            <a:r>
              <a:rPr lang="ru-R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4850"/>
          </a:xfrm>
        </p:spPr>
        <p:txBody>
          <a:bodyPr/>
          <a:lstStyle/>
          <a:p>
            <a:r>
              <a:rPr lang="ru-RU" dirty="0"/>
              <a:t>Постановка задачи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66850"/>
            <a:ext cx="8596668" cy="4574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Цель:</a:t>
            </a:r>
            <a:endParaRPr lang="ru-RU" b="1" dirty="0"/>
          </a:p>
          <a:p>
            <a:r>
              <a:rPr lang="ru-RU" dirty="0"/>
              <a:t>Создать приложение для учёта финансов и планирования бюджета.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b="1" dirty="0"/>
          </a:p>
          <a:p>
            <a:r>
              <a:rPr lang="ru-RU" dirty="0"/>
              <a:t>    Разработать интерфейс с разделами "Планы" и "Резерв".</a:t>
            </a:r>
            <a:endParaRPr lang="ru-RU" dirty="0"/>
          </a:p>
          <a:p>
            <a:endParaRPr lang="ru-RU" dirty="0"/>
          </a:p>
          <a:p>
            <a:r>
              <a:rPr lang="ru-RU" dirty="0"/>
              <a:t>    Реализовать алгоритмы расчёта процентов и бюджета.</a:t>
            </a:r>
            <a:endParaRPr lang="ru-RU" dirty="0"/>
          </a:p>
          <a:p>
            <a:endParaRPr lang="ru-RU" dirty="0"/>
          </a:p>
          <a:p>
            <a:r>
              <a:rPr lang="ru-RU" dirty="0"/>
              <a:t>    Сохранение/загрузка данных.</a:t>
            </a:r>
            <a:endParaRPr lang="ru-RU" dirty="0"/>
          </a:p>
          <a:p>
            <a:endParaRPr lang="ru-RU" dirty="0"/>
          </a:p>
          <a:p>
            <a:r>
              <a:rPr lang="ru-RU" dirty="0"/>
              <a:t>    Провести тестирование функций.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Язык программирования и инструментальное средство разработки</a:t>
            </a:r>
            <a:endParaRPr lang="en-US" dirty="0"/>
          </a:p>
        </p:txBody>
      </p:sp>
      <p:pic>
        <p:nvPicPr>
          <p:cNvPr id="5" name="Объект 4" descr="Изображение выглядит как черный, темнота&#10;&#10;Контент, сгенерированный ИИ, может содержать ошибки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071" y="2565402"/>
            <a:ext cx="2387600" cy="2387600"/>
          </a:xfrm>
        </p:spPr>
      </p:pic>
      <p:sp>
        <p:nvSpPr>
          <p:cNvPr id="6" name="TextBox 5"/>
          <p:cNvSpPr txBox="1"/>
          <p:nvPr/>
        </p:nvSpPr>
        <p:spPr>
          <a:xfrm>
            <a:off x="2260600" y="5067300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Godot Engine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79853"/>
            <a:ext cx="1946380" cy="19586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8817" y="5067300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GDScript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Вспомогательные средства</a:t>
            </a:r>
            <a:endParaRPr lang="en-US" dirty="0"/>
          </a:p>
        </p:txBody>
      </p:sp>
      <p:pic>
        <p:nvPicPr>
          <p:cNvPr id="7" name="Объект 6" descr="Изображение выглядит как Красочность, Графика, круг, творческий подход&#10;&#10;Контент, сгенерированный ИИ, может содержать ошибки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11" y="2035175"/>
            <a:ext cx="1820862" cy="1820862"/>
          </a:xfrm>
        </p:spPr>
      </p:pic>
      <p:pic>
        <p:nvPicPr>
          <p:cNvPr id="9" name="Рисунок 8" descr="Изображение выглядит как Цвет электрик, снимок экрана, символ, синий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662" y="2035174"/>
            <a:ext cx="1820863" cy="182086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нимок экрана, Графика, круг, логотип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035174"/>
            <a:ext cx="1962150" cy="18258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0930" y="4086225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Figma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19320" y="4086225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288013" y="4086225"/>
            <a:ext cx="1406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Point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аналогов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1С:Бухгалтерия — мощная, но дорогая и сложная.</a:t>
            </a:r>
            <a:endParaRPr lang="ru-RU" dirty="0"/>
          </a:p>
          <a:p>
            <a:r>
              <a:rPr lang="ru-RU" dirty="0"/>
              <a:t>YNAB — удобна, но требует подписки.</a:t>
            </a:r>
            <a:endParaRPr lang="ru-RU" dirty="0"/>
          </a:p>
          <a:p>
            <a:r>
              <a:rPr lang="ru-RU" dirty="0"/>
              <a:t>Excel/Google </a:t>
            </a:r>
            <a:r>
              <a:rPr lang="ru-RU" dirty="0" err="1"/>
              <a:t>Sheets</a:t>
            </a:r>
            <a:r>
              <a:rPr lang="ru-RU" dirty="0"/>
              <a:t> — гибкие, но требуют ручной настройки.</a:t>
            </a:r>
            <a:endParaRPr lang="ru-RU" dirty="0"/>
          </a:p>
          <a:p>
            <a:r>
              <a:rPr lang="ru-RU" dirty="0"/>
              <a:t>Наше приложение — бесплатное, простое и оффлайн.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приложения</a:t>
            </a:r>
            <a:endParaRPr lang="en-US" dirty="0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7950" y="2160905"/>
            <a:ext cx="7195185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приложения</a:t>
            </a:r>
            <a:endParaRPr lang="en-US" dirty="0"/>
          </a:p>
        </p:txBody>
      </p:sp>
      <p:pic>
        <p:nvPicPr>
          <p:cNvPr id="3" name="Запись_2025_04_27_11_01_02_306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76110" y="2160589"/>
            <a:ext cx="7199115" cy="38807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 vol="0" mute="1"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</a:t>
            </a:r>
            <a:endParaRPr lang="en-US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999490" y="2160905"/>
            <a:ext cx="3538855" cy="3880485"/>
          </a:xfrm>
          <a:prstGeom prst="rect">
            <a:avLst/>
          </a:prstGeom>
        </p:spPr>
      </p:pic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90160" y="3025775"/>
            <a:ext cx="4184015" cy="2150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программы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Модули: интерфейс, логика расчётов, хранение данных</a:t>
            </a:r>
            <a:endParaRPr lang="ru-RU" dirty="0"/>
          </a:p>
          <a:p>
            <a:endParaRPr lang="ru-RU" dirty="0"/>
          </a:p>
          <a:p>
            <a:r>
              <a:rPr lang="ru-RU" dirty="0"/>
              <a:t>Используется формат </a:t>
            </a:r>
            <a:r>
              <a:rPr lang="en-US" dirty="0"/>
              <a:t>JSON </a:t>
            </a:r>
            <a:r>
              <a:rPr lang="ru-RU" dirty="0"/>
              <a:t>и встроенный </a:t>
            </a:r>
            <a:r>
              <a:rPr lang="en-US" dirty="0" err="1"/>
              <a:t>FileAccess</a:t>
            </a:r>
            <a:endParaRPr lang="en-US" dirty="0"/>
          </a:p>
          <a:p>
            <a:endParaRPr lang="en-US" dirty="0"/>
          </a:p>
          <a:p>
            <a:r>
              <a:rPr lang="ru-RU" dirty="0"/>
              <a:t>Методы: </a:t>
            </a:r>
            <a:r>
              <a:rPr lang="en-US" dirty="0" err="1"/>
              <a:t>update_all</a:t>
            </a:r>
            <a:r>
              <a:rPr lang="en-US" dirty="0"/>
              <a:t>(), </a:t>
            </a:r>
            <a:r>
              <a:rPr lang="en-US" dirty="0" err="1"/>
              <a:t>set_balance</a:t>
            </a:r>
            <a:r>
              <a:rPr lang="en-US" dirty="0"/>
              <a:t>(), </a:t>
            </a:r>
            <a:r>
              <a:rPr lang="en-US" dirty="0" err="1"/>
              <a:t>money_format</a:t>
            </a:r>
            <a:r>
              <a:rPr lang="en-US" dirty="0"/>
              <a:t>() </a:t>
            </a:r>
            <a:r>
              <a:rPr lang="ru-RU" dirty="0"/>
              <a:t>и др.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30284" y="542925"/>
            <a:ext cx="3218391" cy="1320800"/>
          </a:xfrm>
        </p:spPr>
        <p:txBody>
          <a:bodyPr/>
          <a:lstStyle/>
          <a:p>
            <a:r>
              <a:rPr lang="ru-RU" dirty="0"/>
              <a:t>Тестирование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30284" y="2367627"/>
            <a:ext cx="4330621" cy="3880773"/>
          </a:xfrm>
        </p:spPr>
        <p:txBody>
          <a:bodyPr/>
          <a:lstStyle/>
          <a:p>
            <a:r>
              <a:rPr lang="ru-RU" dirty="0"/>
              <a:t>Сценарии: добавление бюджета, создание плана, перемещение в резерв, сохранение</a:t>
            </a:r>
            <a:endParaRPr lang="ru-RU" dirty="0"/>
          </a:p>
          <a:p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754" y="337577"/>
            <a:ext cx="4562569" cy="61828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Реализовано приложение для учёта и визуального планирования бюджета</a:t>
            </a:r>
            <a:endParaRPr lang="ru-RU" dirty="0"/>
          </a:p>
          <a:p>
            <a:endParaRPr lang="ru-RU" dirty="0"/>
          </a:p>
          <a:p>
            <a:r>
              <a:rPr lang="ru-RU" dirty="0"/>
              <a:t>Обеспечена простота использования и гибкость</a:t>
            </a:r>
            <a:endParaRPr lang="ru-RU" dirty="0"/>
          </a:p>
          <a:p>
            <a:endParaRPr lang="ru-RU" dirty="0"/>
          </a:p>
          <a:p>
            <a:r>
              <a:rPr lang="ru-RU" dirty="0"/>
              <a:t>Получен практический опыт работы с </a:t>
            </a:r>
            <a:r>
              <a:rPr lang="ru-RU" dirty="0" err="1"/>
              <a:t>Godot</a:t>
            </a:r>
            <a:r>
              <a:rPr lang="ru-RU" dirty="0"/>
              <a:t> и </a:t>
            </a:r>
            <a:r>
              <a:rPr lang="ru-RU" dirty="0" err="1"/>
              <a:t>GDScript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1455</Words>
  <Application>WPS Presentation</Application>
  <PresentationFormat>Широкоэкранный</PresentationFormat>
  <Paragraphs>77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Wingdings 3</vt:lpstr>
      <vt:lpstr>Arial</vt:lpstr>
      <vt:lpstr>Trebuchet MS</vt:lpstr>
      <vt:lpstr>Microsoft YaHei</vt:lpstr>
      <vt:lpstr>Arial Unicode MS</vt:lpstr>
      <vt:lpstr>Aptos</vt:lpstr>
      <vt:lpstr>Segoe UI</vt:lpstr>
      <vt:lpstr>Аспект</vt:lpstr>
      <vt:lpstr>Разработка приложения Dashboard</vt:lpstr>
      <vt:lpstr>Актуальность</vt:lpstr>
      <vt:lpstr>Постановка задачи</vt:lpstr>
      <vt:lpstr>Язык программирования и инструментальное средство разработки</vt:lpstr>
      <vt:lpstr>Вспомогательные средства</vt:lpstr>
      <vt:lpstr>Обзор аналогов</vt:lpstr>
      <vt:lpstr>Интерфейс приложения</vt:lpstr>
      <vt:lpstr>Интерфейс приложения</vt:lpstr>
      <vt:lpstr>Алгоритм работы</vt:lpstr>
      <vt:lpstr>Структура программы</vt:lpstr>
      <vt:lpstr>Тестирование</vt:lpstr>
      <vt:lpstr>Вывод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Рыжов</dc:creator>
  <cp:lastModifiedBy>Никсон</cp:lastModifiedBy>
  <cp:revision>10</cp:revision>
  <dcterms:created xsi:type="dcterms:W3CDTF">2025-05-05T17:23:00Z</dcterms:created>
  <dcterms:modified xsi:type="dcterms:W3CDTF">2025-05-05T22:36:55Z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384F24699CC14DB38D01A90163EA343D_12</vt:lpwstr>
  </property>
  <property fmtid="{D5CDD505-2E9C-101B-9397-08002B2CF9AE}" pid="3" name="KSOProductBuildVer">
    <vt:lpwstr>1049-12.2.0.20795</vt:lpwstr>
  </property>
</Properties>
</file>